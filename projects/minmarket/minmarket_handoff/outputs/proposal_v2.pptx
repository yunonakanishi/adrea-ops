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0" y="228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紙媒体プロモーション提案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700" dirty="0">
                <a:solidFill>
                  <a:srgbClr val="3AAF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くらしのマーケット様  地方エリア立ち上げパッケージ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645920" cy="3200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 |  株式会社アドレア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B7A7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くらしのマーケットの成長と、次の成長レバー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118872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10万店+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累計出店登録数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2560320" cy="118872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サービスカテゴリ数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560320" cy="118872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ROAS 150%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デジタル広告の効率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次の成長レバー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デジタル広告は極めて高効率に運用されています。次の成長は、デジタルだけでは届きにくい</a:t>
            </a:r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「地方エリアの立ち上げ」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</a:t>
            </a:r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「売り手（職人）の拡大」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にあると考えます。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749040" cy="10972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9476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地方エリアの立ち上げ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北陸・四国・九州など、ペイド広告だけではスケールしにくいエリアでの認知獲得と予約の拡大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3749040" cy="109728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79476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売り手（職人）の拡大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個人事業主が中心の職人層へのリーチ。営業代理店では接触困難なため、生活動線上での認知が鍵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地方エリアが持つ2つの構造的な壁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291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ユーザーと職人の「ニワトリとタマゴ」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地方では「お客さんはいるが職人がいない」「職人はいるがお客さんが少ない」という片側欠損が発生しやすい構造です。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マッチングを成立させるには、ユーザーと売り手の両方を同時に立ち上げる必要があります。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デジタル広告はユーザー獲得には強い一方、個人事業主の職人への直接リーチは難しいのが現状です。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749040" cy="32918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デジタル広告の「地方の壁」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地方は検索ボリュームが少なく、ペイド広告のスケールが出にくいエリアです。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テレビCMで「くらしのマーケット」の名前は届いていても、ローカルでの「最後の一押し」がなければ行動に繋がりません。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生活動線上で接触頻度を上げる、デジタルとは異なるアプローチが必要です。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この2つの壁を同時に越えるアプローチとして、紙媒体を提案します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提案：テレビCMで認知 × 紙媒体で行動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テレビCMで「くらしのマーケット」の名前は届いている。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紙媒体で「今、このエリアで、このサービスを使える」という具体の行動を促します。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ユーザーと職人を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同時に獲得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両面チラシで表はユーザー向け（季節需要訴求）、裏は職人向け（出店無料の訴求）。1つの施策で両サイドにリーチ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78308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エリアを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ピンポイントで狙う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697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町丁目単位のデータで「どこに撒くべきか」を設計。貴社の出店者・ユーザーデータと組み合わせ、ムダのない配布を実現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78308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ポスティングだけに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留まらない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97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新聞折込・ホテルサンプリング・EC同梱など、エリア特性に応じた紙媒体の組み合わせで面を広げる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なぜアドレアか：貴社が得られる4つの価値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1737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15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データに基づく配布設計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町丁目単位のエリアDBと貴社DBを掛け合わせ、「どこに撒くべきか」を数字で判断。menuで検証済みの人口統計×CVR相関分析をそのまま転用できます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74904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54864" cy="1737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15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企画から効果検証まで一気通貫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配布設計・CR制作・ポスティング会社との交渉・配布実行・効果検証を丸ごとお任せいただけます。紙媒体業界に精通したメンバーが調達力を持って対応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74904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71800"/>
            <a:ext cx="54864" cy="1737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紙媒体の最適な組み合わせ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474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ポスティング・新聞折込・ホテルサンプリング・EC同梱等をエリア特性に応じて選定。例：北陸は北日本新聞（富山シェア67%）の折込が有効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74904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54864" cy="1737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改善が回り続ける仕組み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menuで構築したPDCAサイクルをカスタマイズ。1回撒いて終わりではなく、テスト→検証→改善→本番投下のプロセスで効果を最大化します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プランの全体像：テスト → 15周年本番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7月の15周年キャンペーンを最大効果で迎えるために、4〜5月のテスト期で「何が効くか」を特定します。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38328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テスト期（4〜5月）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本番期（7月  15周年）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効く媒体・エリア・訴求を特定する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テスト知見を基に最大効果で展開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エリア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北陸・四国の主要都市で小ロット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効果実証されたエリアに拡大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媒体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ポスティング中心＋新聞折込テスト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エリア別に最適な媒体ミックス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複数訴求パターンでA/Bテスト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勝ちパターンで集中投下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エリア別QR＋配布vs非配布の比較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テスト期と同じ手法で継続計測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配布設計：データの掛け合わせ × 両面チラシ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貴社DB × アドレアDB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市区町村別の出店者数・ユーザー数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アドレア：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町丁目別の人口統計・世帯構成・住居形態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掛け合わせることで、市区町村よりさらに細かい粒度で「撒くべき場所」を特定します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エリアタイプ別の戦略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ユーザー多 / 職人少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裏面の職人向け訴求を強化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職人多 / ユーザー少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表面のユーザー向け訴求を強化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両方少ないエリア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テレビCMとの連動でまず認知から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8638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両面チラシ：1枚で2つの課題にアプローチ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338328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表面：ユーザー向け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季節需要の訴求（エアコンクリーニング、引越し等）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エリア別のカスタマイズ / QRコード掲載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840480"/>
            <a:ext cx="338328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裏面：職人（売り手）向け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「くらしのマーケットで仕事を増やしませんか」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出店無料・手数料のみのハードルの低さを訴求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スケジュール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86384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828800"/>
            <a:ext cx="402336" cy="40233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方向性合意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本提案のすり合わせ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エリアDB共有の合意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402336" cy="40233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設計・制作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DB突合・エリア確定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チラシ制作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402336" cy="40233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4-5月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テスト配布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北陸・四国 主要都市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小ロットで効果検証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402336" cy="40233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検証・改善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テスト結果分析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CR改善・本番設計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1828800"/>
            <a:ext cx="402336" cy="402336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15周年本番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最適化済みプランで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本格展開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テスト期間で「どのエリア・どの訴求・どの媒体が効くか」を検証してから本番に投下。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7月の15周年キャンペーンに、根拠のあるプランで最大効果を狙います。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ネクストステップ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本提案を踏まえ、以下のステップで具体化を進めさせてください。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81328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エリアデータの共有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190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市区町村別の出店者数・ユーザー数をご共有いただき、アドレアの町丁目データと突合します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350008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テスト配布の見積作成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5877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北陸・四国の対象エリア・配布量・媒体を確定し、具体的な費用をお見積りします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7863840" cy="6858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218688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クリエイティブ方向性の合意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456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ユーザー向け・職人向けそれぞれの訴求軸とデザインの方向性をすり合わせます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87368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計測設計の確定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3251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QRコード・プロモーションコードの設計と、貴社の計測基盤との接続方法を確定します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ご質問やご要望がございましたら、お気軽にお問い合わせください。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645920" cy="3200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株式会社アドレア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B7A7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くらしのマーケット様 紙媒体プロモーション提案 v2</dc:title>
  <dc:subject>PptxGenJS Presentation</dc:subject>
  <dc:creator>Adrea Inc.</dc:creator>
  <cp:lastModifiedBy>Adrea Inc.</cp:lastModifiedBy>
  <cp:revision>1</cp:revision>
  <dcterms:created xsi:type="dcterms:W3CDTF">2026-03-11T11:19:31Z</dcterms:created>
  <dcterms:modified xsi:type="dcterms:W3CDTF">2026-03-11T11:19:31Z</dcterms:modified>
</cp:coreProperties>
</file>